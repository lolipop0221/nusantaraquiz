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926080"/>
            <a:ext cx="12191695" cy="381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3063240"/>
            <a:ext cx="12191695" cy="2540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0972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38BDF8"/>
                </a:solidFill>
                <a:latin typeface="Segoe UI"/>
              </a:defRPr>
            </a:pPr>
            <a:r>
              <a:t>PRAKTIKUM MINGGU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Segoe UI"/>
              </a:defRPr>
            </a:pPr>
            <a:r>
              <a:t>Perancangan Sistem</a:t>
            </a:r>
            <a:br/>
            <a:r>
              <a:t>(Desain Awal)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4747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A78BFA"/>
                </a:solidFill>
                <a:latin typeface="Segoe UI"/>
              </a:defRPr>
            </a:pPr>
            <a:r>
              <a:t>NusantaraQuiz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2062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CBD5E1"/>
                </a:solidFill>
                <a:latin typeface="Segoe UI"/>
              </a:defRPr>
            </a:pPr>
            <a:r>
              <a:t>Aplikasi Game Kuis Budaya dan Pengetahuan Umum Indonesia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3035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4ADE80"/>
                </a:solidFill>
                <a:latin typeface="Segoe UI"/>
              </a:defRPr>
            </a:pPr>
            <a:r>
              <a:t>Kelompok 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Tim Pengembang — Kelompok 3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2743200" cy="508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1371600"/>
            <a:ext cx="2560320" cy="201168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508760"/>
            <a:ext cx="457200" cy="4572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5087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1031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Amrosi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56032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BD5E1"/>
                </a:solidFill>
                <a:latin typeface="Segoe UI"/>
              </a:defRPr>
            </a:pPr>
            <a:r>
              <a:t>Project Manager &amp; Android Developer</a:t>
            </a:r>
          </a:p>
        </p:txBody>
      </p:sp>
      <p:sp>
        <p:nvSpPr>
          <p:cNvPr id="9" name="Rectangle 8"/>
          <p:cNvSpPr/>
          <p:nvPr/>
        </p:nvSpPr>
        <p:spPr>
          <a:xfrm>
            <a:off x="3383280" y="1371600"/>
            <a:ext cx="2560320" cy="201168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474720" y="1508760"/>
            <a:ext cx="457200" cy="4572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74720" y="15087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20440" y="21031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Ridho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0440" y="256032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BD5E1"/>
                </a:solidFill>
                <a:latin typeface="Segoe UI"/>
              </a:defRPr>
            </a:pPr>
            <a:r>
              <a:t>UI/UX Designer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1371600"/>
            <a:ext cx="2560320" cy="201168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09360" y="1508760"/>
            <a:ext cx="457200" cy="4572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9360" y="15087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5080" y="21031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Abdus Saleh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5080" y="256032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BD5E1"/>
                </a:solidFill>
                <a:latin typeface="Segoe UI"/>
              </a:defRPr>
            </a:pPr>
            <a:r>
              <a:t>Android Developer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052560" y="1371600"/>
            <a:ext cx="2560320" cy="201168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144000" y="1508760"/>
            <a:ext cx="457200" cy="4572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0" y="15087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89720" y="21031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Ana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89720" y="256032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BD5E1"/>
                </a:solidFill>
                <a:latin typeface="Segoe UI"/>
              </a:defRPr>
            </a:pPr>
            <a:r>
              <a:t>Content Creator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3749039"/>
            <a:ext cx="2560320" cy="201168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40080" y="3886199"/>
            <a:ext cx="457200" cy="4572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3886199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" y="4480559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Bustanill Arifin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" y="4937759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BD5E1"/>
                </a:solidFill>
                <a:latin typeface="Segoe UI"/>
              </a:defRPr>
            </a:pPr>
            <a:r>
              <a:t>Android Developer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383280" y="3749039"/>
            <a:ext cx="2560320" cy="201168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474720" y="3886199"/>
            <a:ext cx="457200" cy="4572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474720" y="3886199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20440" y="4480559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Ita Riyanti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20440" y="4937759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BD5E1"/>
                </a:solidFill>
                <a:latin typeface="Segoe UI"/>
              </a:defRPr>
            </a:pPr>
            <a:r>
              <a:t>Android Developer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217920" y="3749039"/>
            <a:ext cx="2560320" cy="201168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309360" y="3886199"/>
            <a:ext cx="457200" cy="4572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309360" y="3886199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7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55080" y="4480559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Ilham Fajriyanto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55080" y="4937759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BD5E1"/>
                </a:solidFill>
                <a:latin typeface="Segoe UI"/>
              </a:defRPr>
            </a:pPr>
            <a:r>
              <a:t>Content Creator &amp; QA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052560" y="3749039"/>
            <a:ext cx="2560320" cy="201168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9144000" y="3886199"/>
            <a:ext cx="457200" cy="4572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144000" y="3886199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8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189720" y="4480559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Azam Murahman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189720" y="4937759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BD5E1"/>
                </a:solidFill>
                <a:latin typeface="Segoe UI"/>
              </a:defRPr>
            </a:pPr>
            <a:r>
              <a:t>Android Developer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Apa itu NusantaraQuiz?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2743200" cy="50800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BD5E1"/>
                </a:solidFill>
                <a:latin typeface="Segoe UI"/>
              </a:defRPr>
            </a:pPr>
            <a:r>
              <a:t>NusantaraQuiz adalah aplikasi game kuis edukatif berbasis Android yang menyajikan pertanyaan seputar budaya, sejarah, dan pengetahuan umum Indonesia. Aplikasi ini memiliki fitur poin, timer, leaderboard, serta tingkat kesulitan yang bervariasi.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926080"/>
            <a:ext cx="2651760" cy="32004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2926080"/>
            <a:ext cx="2651760" cy="508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320040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FFFFFF"/>
                </a:solidFill>
                <a:latin typeface="Segoe UI"/>
              </a:defRPr>
            </a:pPr>
            <a:r>
              <a:t>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9319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Mode Kuis Pilihan Ganda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572000"/>
            <a:ext cx="2286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BD5E1"/>
                </a:solidFill>
                <a:latin typeface="Segoe UI"/>
              </a:defRPr>
            </a:pPr>
            <a:r>
              <a:t>Topik budaya, sejarah, bahasa daerah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91840" y="2926080"/>
            <a:ext cx="2651760" cy="32004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91840" y="2926080"/>
            <a:ext cx="2651760" cy="5080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74720" y="320040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FFFFFF"/>
                </a:solidFill>
                <a:latin typeface="Segoe UI"/>
              </a:defRPr>
            </a:pPr>
            <a:r>
              <a:t>⏱️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0" y="39319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Sistem Timer &amp; Poin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4720" y="4572000"/>
            <a:ext cx="2286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BD5E1"/>
                </a:solidFill>
                <a:latin typeface="Segoe UI"/>
              </a:defRPr>
            </a:pPr>
            <a:r>
              <a:t>Tantangan menjawab dengan waktu terbatas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26480" y="2926080"/>
            <a:ext cx="2651760" cy="32004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26480" y="2926080"/>
            <a:ext cx="2651760" cy="50800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9360" y="320040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FFFFFF"/>
                </a:solidFill>
                <a:latin typeface="Segoe UI"/>
              </a:defRPr>
            </a:pPr>
            <a:r>
              <a:t>🏆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39319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Leaderboard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0" y="4572000"/>
            <a:ext cx="2286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BD5E1"/>
                </a:solidFill>
                <a:latin typeface="Segoe UI"/>
              </a:defRPr>
            </a:pPr>
            <a:r>
              <a:t>Bersaing secara sehat dengan pemain lain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961120" y="2926080"/>
            <a:ext cx="2651760" cy="32004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961120" y="2926080"/>
            <a:ext cx="2651760" cy="5080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0" y="320040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FFFFFF"/>
                </a:solidFill>
                <a:latin typeface="Segoe UI"/>
              </a:defRPr>
            </a:pPr>
            <a:r>
              <a:t>📊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0" y="39319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Tingkat Kesulitan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0" y="4572000"/>
            <a:ext cx="2286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BD5E1"/>
                </a:solidFill>
                <a:latin typeface="Segoe UI"/>
              </a:defRPr>
            </a:pPr>
            <a:r>
              <a:t>Mudah, Sedang, dan Susah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1. User Requirement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2743200" cy="508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1371600"/>
            <a:ext cx="5303520" cy="50292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8BDF8"/>
                </a:solidFill>
                <a:latin typeface="Segoe UI"/>
              </a:defRPr>
            </a:pPr>
            <a:r>
              <a:t>👤  Player (Pemain)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965960"/>
            <a:ext cx="4846320" cy="508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945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CBD5E1"/>
                </a:solidFill>
                <a:latin typeface="Segoe UI"/>
              </a:defRPr>
            </a:pPr>
            <a:r>
              <a:t>▸  Mendaftar (Register) dan Masuk (Login)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6517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CBD5E1"/>
                </a:solidFill>
                <a:latin typeface="Segoe UI"/>
              </a:defRPr>
            </a:pPr>
            <a:r>
              <a:t>▸  Memilih kategori kuis (Budaya, Sejarah, Bahasa, dll)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1089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CBD5E1"/>
                </a:solidFill>
                <a:latin typeface="Segoe UI"/>
              </a:defRPr>
            </a:pPr>
            <a:r>
              <a:t>▸  Memilih tingkat kesulitan (Mudah, Sedang, Susah)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CBD5E1"/>
                </a:solidFill>
                <a:latin typeface="Segoe UI"/>
              </a:defRPr>
            </a:pPr>
            <a:r>
              <a:t>▸  Memainkan kuis dengan sistem timer dan skor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0233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CBD5E1"/>
                </a:solidFill>
                <a:latin typeface="Segoe UI"/>
              </a:defRPr>
            </a:pPr>
            <a:r>
              <a:t>▸  Melihat Leaderboard (Papan Peringkat)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75488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BBF24"/>
                </a:solidFill>
                <a:latin typeface="Segoe UI"/>
              </a:defRPr>
            </a:pPr>
            <a:r>
              <a:t>Batasan: Hanya bisa membaca soal dan melihat skor.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1371600"/>
            <a:ext cx="5303520" cy="50292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14630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A78BFA"/>
                </a:solidFill>
                <a:latin typeface="Segoe UI"/>
              </a:defRPr>
            </a:pPr>
            <a:r>
              <a:t>🔧  Admin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0" y="1965960"/>
            <a:ext cx="4846320" cy="5080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0" y="21945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CBD5E1"/>
                </a:solidFill>
                <a:latin typeface="Segoe UI"/>
              </a:defRPr>
            </a:pPr>
            <a:r>
              <a:t>▸  Masuk (Login) khusus Admin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26517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CBD5E1"/>
                </a:solidFill>
                <a:latin typeface="Segoe UI"/>
              </a:defRPr>
            </a:pPr>
            <a:r>
              <a:t>▸  Mengelola (Tambah, Edit, Hapus) soal kuis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31089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CBD5E1"/>
                </a:solidFill>
                <a:latin typeface="Segoe UI"/>
              </a:defRPr>
            </a:pPr>
            <a:r>
              <a:t>▸  Mengelola kategori kuis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35661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CBD5E1"/>
                </a:solidFill>
                <a:latin typeface="Segoe UI"/>
              </a:defRPr>
            </a:pPr>
            <a:r>
              <a:t>▸  Melihat data statistik pemain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475488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BBF24"/>
                </a:solidFill>
                <a:latin typeface="Segoe UI"/>
              </a:defRPr>
            </a:pPr>
            <a:r>
              <a:t>Batasan: Tidak ikut bermain dalam leaderboard.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2. Flowchart — Alur Utama Aplikasi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2743200" cy="50800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1188720"/>
            <a:ext cx="5029200" cy="5394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Aplikasi Login dan Skor Flow-2026-05-01-0441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280160"/>
            <a:ext cx="4846320" cy="521208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943600" y="1188720"/>
            <a:ext cx="5760720" cy="53949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126480" y="1371600"/>
            <a:ext cx="5394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4ADE80"/>
                </a:solidFill>
                <a:latin typeface="Segoe UI"/>
              </a:defRPr>
            </a:pPr>
            <a:r>
              <a:t>Penjelasan Alur: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20116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CBD5E1"/>
                </a:solidFill>
                <a:latin typeface="Segoe UI"/>
              </a:defRPr>
            </a:pPr>
            <a:r>
              <a:t>▸  Saat aplikasi dibuka → cek status login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24688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CBD5E1"/>
                </a:solidFill>
                <a:latin typeface="Segoe UI"/>
              </a:defRPr>
            </a:pPr>
            <a:r>
              <a:t>▸  Belum login → halaman Login/Register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29260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CBD5E1"/>
                </a:solidFill>
                <a:latin typeface="Segoe UI"/>
              </a:defRPr>
            </a:pPr>
            <a:r>
              <a:t>▸  Sudah login → Menu Utama (Dashboard)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33832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CBD5E1"/>
                </a:solidFill>
                <a:latin typeface="Segoe UI"/>
              </a:defRPr>
            </a:pPr>
            <a:r>
              <a:t>▸  Menu Main Kuis → Pilih Kategori &amp; Kesulitan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38404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CBD5E1"/>
                </a:solidFill>
                <a:latin typeface="Segoe UI"/>
              </a:defRPr>
            </a:pPr>
            <a:r>
              <a:t>▸  Jawab pertanyaan dengan timer berjalan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42976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CBD5E1"/>
                </a:solidFill>
                <a:latin typeface="Segoe UI"/>
              </a:defRPr>
            </a:pPr>
            <a:r>
              <a:t>▸  Hitung skor akhir → Simpan ke Database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0" y="47548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CBD5E1"/>
                </a:solidFill>
                <a:latin typeface="Segoe UI"/>
              </a:defRPr>
            </a:pPr>
            <a:r>
              <a:t>▸  Menu Leaderboard → Tampilkan peringkat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0" y="52120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CBD5E1"/>
                </a:solidFill>
                <a:latin typeface="Segoe UI"/>
              </a:defRPr>
            </a:pPr>
            <a:r>
              <a:t>▸  Menu Keluar → Logout &amp; tutup aplikasi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3. Use Case Diagram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2743200" cy="5080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1188720"/>
            <a:ext cx="5029200" cy="5394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NusantaraQuiz User-2026-05-01-0444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280160"/>
            <a:ext cx="4297680" cy="521208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943600" y="1188720"/>
            <a:ext cx="5760720" cy="53949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126480" y="1371600"/>
            <a:ext cx="5394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A78BFA"/>
                </a:solidFill>
                <a:latin typeface="Segoe UI"/>
              </a:defRPr>
            </a:pPr>
            <a:r>
              <a:t>Aktor &amp; Interaksi: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20116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CBD5E1"/>
                </a:solidFill>
                <a:latin typeface="Segoe UI"/>
              </a:defRPr>
            </a:pPr>
            <a:r>
              <a:t>▸  Player &amp; Admin → Login / Register (shared)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24688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CBD5E1"/>
                </a:solidFill>
                <a:latin typeface="Segoe UI"/>
              </a:defRPr>
            </a:pPr>
            <a:r>
              <a:t>▸  Player → Pilih Kategori &amp; Level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29260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CBD5E1"/>
                </a:solidFill>
                <a:latin typeface="Segoe UI"/>
              </a:defRPr>
            </a:pPr>
            <a:r>
              <a:t>▸  Player → Main Kuis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33832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CBD5E1"/>
                </a:solidFill>
                <a:latin typeface="Segoe UI"/>
              </a:defRPr>
            </a:pPr>
            <a:r>
              <a:t>▸  Player → Lihat Leaderboard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38404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CBD5E1"/>
                </a:solidFill>
                <a:latin typeface="Segoe UI"/>
              </a:defRPr>
            </a:pPr>
            <a:r>
              <a:t>▸  Admin → Kelola Soal Kuis (CRUD)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42976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CBD5E1"/>
                </a:solidFill>
                <a:latin typeface="Segoe UI"/>
              </a:defRPr>
            </a:pPr>
            <a:r>
              <a:t>▸  Admin → Kelola Kategori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0" y="47548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CBD5E1"/>
                </a:solidFill>
                <a:latin typeface="Segoe UI"/>
              </a:defRPr>
            </a:pPr>
            <a:r>
              <a:t>▸  Admin → Lihat Data Pemain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26480" y="5303520"/>
            <a:ext cx="5394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BBF24"/>
                </a:solidFill>
                <a:latin typeface="Segoe UI"/>
              </a:defRPr>
            </a:pPr>
            <a:r>
              <a:t>Terdapat pembagian hak akses yang jelas antara Player dan Admin.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4. Database Design (ERD)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2743200" cy="5080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" y="1188720"/>
            <a:ext cx="7315200" cy="5394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NusantaraQuiz User-2026-05-01-04445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7132320" cy="50292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955279" y="1188720"/>
            <a:ext cx="3931920" cy="53949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38160" y="13716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BBF24"/>
                </a:solidFill>
                <a:latin typeface="Segoe UI"/>
              </a:defRPr>
            </a:pPr>
            <a:r>
              <a:t>4 Tabel Utama: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201168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8BDF8"/>
                </a:solidFill>
                <a:latin typeface="Segoe UI"/>
              </a:defRPr>
            </a:pPr>
            <a:r>
              <a:t>📋  PENGGUNA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0" y="233172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  <a:latin typeface="Segoe UI"/>
              </a:defRPr>
            </a:pPr>
            <a:r>
              <a:t>id, nama, password, peran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301752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8BDF8"/>
                </a:solidFill>
                <a:latin typeface="Segoe UI"/>
              </a:defRPr>
            </a:pPr>
            <a:r>
              <a:t>📋  KATEGORI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0" y="333756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  <a:latin typeface="Segoe UI"/>
              </a:defRPr>
            </a:pPr>
            <a:r>
              <a:t>id, nama_kategori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0" y="402336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8BDF8"/>
                </a:solidFill>
                <a:latin typeface="Segoe UI"/>
              </a:defRPr>
            </a:pPr>
            <a:r>
              <a:t>📋  PERTANYAAN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434340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  <a:latin typeface="Segoe UI"/>
              </a:defRPr>
            </a:pPr>
            <a:r>
              <a:t>id, soal, opsi A-D, jawaban, level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502920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8BDF8"/>
                </a:solidFill>
                <a:latin typeface="Segoe UI"/>
              </a:defRPr>
            </a:pPr>
            <a:r>
              <a:t>📋  SKOR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534924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  <a:latin typeface="Segoe UI"/>
              </a:defRPr>
            </a:pPr>
            <a:r>
              <a:t>id, id_pengguna, id_kategori, poin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Relasi Antar Tabel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2743200" cy="50800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14400" y="1463040"/>
            <a:ext cx="10058400" cy="13716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400" y="1463040"/>
            <a:ext cx="10058400" cy="508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20" y="16459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8BDF8"/>
                </a:solidFill>
                <a:latin typeface="Segoe UI"/>
              </a:defRPr>
            </a:pPr>
            <a:r>
              <a:t>PENGGUNA  →  SKOR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21488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BD5E1"/>
                </a:solidFill>
                <a:latin typeface="Segoe UI"/>
              </a:defRPr>
            </a:pPr>
            <a:r>
              <a:t>Satu Pengguna memiliki banyak Skor (1:N)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3108960"/>
            <a:ext cx="10058400" cy="13716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14400" y="3108960"/>
            <a:ext cx="10058400" cy="5080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88720" y="32918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A78BFA"/>
                </a:solidFill>
                <a:latin typeface="Segoe UI"/>
              </a:defRPr>
            </a:pPr>
            <a:r>
              <a:t>KATEGORI  →  PERTANYAAN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37947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BD5E1"/>
                </a:solidFill>
                <a:latin typeface="Segoe UI"/>
              </a:defRPr>
            </a:pPr>
            <a:r>
              <a:t>Satu Kategori memiliki banyak Pertanyaan (1:N)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4400" y="4754880"/>
            <a:ext cx="10058400" cy="13716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14400" y="4754880"/>
            <a:ext cx="10058400" cy="50800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88720" y="49377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4ADE80"/>
                </a:solidFill>
                <a:latin typeface="Segoe UI"/>
              </a:defRPr>
            </a:pPr>
            <a:r>
              <a:t>KATEGORI  →  SKOR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54406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BD5E1"/>
                </a:solidFill>
                <a:latin typeface="Segoe UI"/>
              </a:defRPr>
            </a:pPr>
            <a:r>
              <a:t>Satu Kategori terkait dengan banyak Skor (1:N)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926080"/>
            <a:ext cx="12191695" cy="381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063240"/>
            <a:ext cx="12191695" cy="2540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Segoe UI"/>
              </a:defRPr>
            </a:pPr>
            <a:r>
              <a:t>Terima Kasih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2860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38BDF8"/>
                </a:solidFill>
                <a:latin typeface="Segoe UI"/>
              </a:defRPr>
            </a:pPr>
            <a:r>
              <a:t>Sesi Tanya Jawab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657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A78BFA"/>
                </a:solidFill>
                <a:latin typeface="Segoe UI"/>
              </a:defRPr>
            </a:pPr>
            <a:r>
              <a:t>NusantaraQuiz — Kelompok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5720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CBD5E1"/>
                </a:solidFill>
                <a:latin typeface="Segoe UI"/>
              </a:defRPr>
            </a:pPr>
            <a:r>
              <a:t>Melestarikan budaya dan sejarah Indonesia melalui permainan yang menyenangkan.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